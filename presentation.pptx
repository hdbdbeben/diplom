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337560"/>
            <a:ext cx="12192000" cy="18288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</a:rPr>
              <a:t>АСБО | ООО «Социальные услуги»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АВТОМАТИЗАЦИЯ БУХГАЛТЕРСКОЙ ДЕЯТЕЛЬНОСТИ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В СФЕРЕ СОЦИАЛЬНЫХ УСЛУГ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920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9DFBF"/>
                </a:solidFill>
              </a:rPr>
              <a:t>на примере ООО «Социальные услуги»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8DC"/>
                </a:solidFill>
              </a:rPr>
              <a:t>Выпускная квалификационная работа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Трушкин А.А.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Актуальность и цель работы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</a:rPr>
              <a:t>Актуальность: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Выручка 2025 г. — 57 970 тыс. руб. (рост 145,7% к 2024 г.)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Ручное разнесение банковских выписок — трудоёмкий процесс с риском ошибок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78,4% доходов — государственные контракты → высокие требования к учёту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Автоматизация — часть цифровой трансформации и повышения конкурентоспособности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</a:rPr>
              <a:t>Цель: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 автоматизация бухгалтерской деятельности в сфере социальных услуг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Объект, предмет и задачи исследования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Объект: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бухгалтерия ООО «Социальные услуги»
</a:t>
            </a:r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Предмет: 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процесс автоматизации разнесения банковских выписок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0" y="10972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</a:rPr>
              <a:t>Задачи: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1. Анализ предметной области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2. Анализ бизнес-процессов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3. Выявление проблем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4. Обзор существующих решений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5. Формирование требований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6. Обоснование проектных решений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7. Разработка проекта автоматизации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8. Экономическое обоснование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Проблема и обоснование автоматизации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Выявленные проблемы: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Неструктурированное поле «Назначение платежа» — затруднена автоматическая классификация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Высокая доля ручного труда — 46,7 чел.-час./мес. на разнесение 350 выписок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Сложности с формированием управленческого отчёта ДДС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Невозможность исключения внутренних оборотов между компаниями группы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Риск ошибок — в среднем 12 ошибок/мес.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Обзор решений и выбор стратегии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097280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Критерий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SOFIT Bank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1С:АБС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RPA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Корс-ПП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Стоимость владения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Низкая (2/5)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Высокая (5/5)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Средняя (3/5)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Средняя (4/5)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Интеграция с 1С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Отсутствует (1/5)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Полная (5/5)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Средняя (3/5)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Низкая (2/5)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Масштабируемость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Средняя (3/5)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Высокая (4/5)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Высокая (4/5)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Низкая (2/5)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Взвешенная оценка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2,30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4,45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3,35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Выбор: доработка приобретённого решения на базе 1С:Предприятие 8.3 + вспомогательное веб-приложение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Типовой процесс разнесения банковской выписки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Получение выписки из интернет-банка или файлового архива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Распознавание и парсинг данных (1CClientBankExchange, TXT, CSV, XML)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Проверка корректности и фильтрация дублей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Сопоставление реквизитов со справочниками (контрагенты, договоры, статьи ДДС)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Формирование бухгалтерских записей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Передача данных в учётную систему 1С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7.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Контроль качества и обработка исключений
</a:t>
            </a:r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8.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Оповещение ответственных сотрудников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Информационное и программное обеспечение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Пользователи: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Сотрудники бухгалтерии → загрузка выписок, работа с платежами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ИТ-специалист / администратор → управление справочниками, пользователями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Руководитель → просмотр отчётов ДДС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0" y="10972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Технологический стек: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Фронтенд: React 18, TypeScript, Vite 6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Бэкенд: Express 4, TypeScript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База данных: SQLite (better-sqlite3)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Интеграция с 1С: файловый обмен, REST API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Моки для тестирования: MSW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Роли доступа: Администратор | Бухгалтер | Руководитель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Загрузка банковских выписок</a:t>
            </a:r>
            <a:endParaRPr lang="en-US" sz="2400" dirty="0"/>
          </a:p>
        </p:txBody>
      </p:sp>
      <p:pic>
        <p:nvPicPr>
          <p:cNvPr id="3" name="Image 0" descr="C:\Users\trushkin\Documents\DIPLOM\screenshots\02_state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Форматы: 1CClientBankExchange, TXT, CSV, XML. Автоматический парсинг, проверка дублей, экспорт в 1С.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Платёжные операции</a:t>
            </a:r>
            <a:endParaRPr lang="en-US" sz="2400" dirty="0"/>
          </a:p>
        </p:txBody>
      </p:sp>
      <p:pic>
        <p:nvPicPr>
          <p:cNvPr id="3" name="Image 0" descr="C:\Users\trushkin\Documents\DIPLOM\screenshots\03_pay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Фильтрация по статусу, контрагенту. Ручная классификация. Отправка платёжных поручений в банк.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Справочники системы</a:t>
            </a:r>
            <a:endParaRPr lang="en-US" sz="2400" dirty="0"/>
          </a:p>
        </p:txBody>
      </p:sp>
      <p:pic>
        <p:nvPicPr>
          <p:cNvPr id="3" name="Image 0" descr="C:\Users\trushkin\Documents\DIPLOM\screenshots\04_direct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Контрагенты, банки, типы платежей, статьи ДДС, договоры. Полный CRUD с модальными формами.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Отчёт о движении денежных средств (ДДС)</a:t>
            </a:r>
            <a:endParaRPr lang="en-US" sz="2400" dirty="0"/>
          </a:p>
        </p:txBody>
      </p:sp>
      <p:pic>
        <p:nvPicPr>
          <p:cNvPr id="3" name="Image 0" descr="C:\Users\trushkin\Documents\DIPLOM\screenshots\05_re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Сводка по статьям доходов/расходов. Фильтр по диапазону дат. Экспорт в CSV.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Журнал ошибок и обработка исключений</a:t>
            </a:r>
            <a:endParaRPr lang="en-US" sz="2400" dirty="0"/>
          </a:p>
        </p:txBody>
      </p:sp>
      <p:pic>
        <p:nvPicPr>
          <p:cNvPr id="3" name="Image 0" descr="C:\Users\trushkin\Documents\DIPLOM\screenshots\06_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Статусы: новая → в работе → решена. Назначение ответственного. Журнал действий.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Интеграция с 1С:Предприятие</a:t>
            </a:r>
            <a:endParaRPr lang="en-US" sz="2400" dirty="0"/>
          </a:p>
        </p:txBody>
      </p:sp>
      <p:pic>
        <p:nvPicPr>
          <p:cNvPr id="3" name="Image 0" descr="C:\Users\trushkin\Documents\DIPLOM\screenshots\07_1c_inte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Импорт организаций/договоров из 1С. Экспорт обработанных платежей. Журнал обмена.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Администрирование системы</a:t>
            </a:r>
            <a:endParaRPr lang="en-US" sz="2400" dirty="0"/>
          </a:p>
        </p:txBody>
      </p:sp>
      <p:pic>
        <p:nvPicPr>
          <p:cNvPr id="3" name="Image 0" descr="C:\Users\trushkin\Documents\DIPLOM\screenshots\08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1133856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Управление пользователями и ролями. Резервное копирование и восстановление БД.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Реализованный функционал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Основные функции: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Загрузка банковских выписок (1CClientBankExchange, TXT, CSV, XML)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Автоматическое распознавание реквизитов платёжных поручений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Классификация операций по контрагентам и статьям ДДС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Ведение справочников (контрагенты, банки, типы платежей, статьи)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Формирование управленческого отчёта ДДС с экспортом в Excel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Исключение внутренних оборотов между организациями группы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Журнал ошибок с назначением ответственных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Интеграция с 1С:Предприятие (импорт/экспорт)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Аудит действий пользователей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Разграничение прав доступа (3 роли)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Апробация и тестирование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Результаты нагрузочного тестирования: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Объём выписок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Время обработки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Среднее на 1 выписку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Авто-разнесено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Ошибки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500 шт.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12 мин.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1,44 сек.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87%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1 000 шт.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 мин.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1,50 сек.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2 000 шт.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 мин.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1,65 сек.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51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276"/>
                </a:solidFill>
              </a:rPr>
              <a:t>
Ожидаемый эффект: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Сокращение времени обработки выписок с 46,7 до 8,75 часов в месяц (−81,3%)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Снижение ошибок с 12 до 2 в месяц (−83,3%)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• Освобождение времени бухгалтеров для аналитической работы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Экономическая эффективность проекта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9144000" cy="2011680"/>
        </p:xfrm>
        <a:graphic>
          <a:graphicData uri="http://schemas.openxmlformats.org/drawingml/2006/table">
            <a:tbl>
              <a:tblPr/>
              <a:tblGrid>
                <a:gridCol w="5029200"/>
                <a:gridCol w="411480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Показатель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Значение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Капитальные вложения на проектирование (Кп)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253 812,69 руб.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Суммарные затраты на разработку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268 812,69 руб.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Годовая экономия (ΔС)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450 000 руб.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Срок окупаемости (Ток = Кп / ΔС)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~7 месяцев (0,56 года)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Коэффициент эффективности (Ер = ΔС / Кп)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1,77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NPV за 5 лет при ставке 15%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1 239 660 руб.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Проект признан экономически эффективным. Ер = 1,77 &gt;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276"/>
                </a:solidFill>
              </a:rPr>
              <a:t>Результаты и перспективы развития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Достигнутые результаты: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Разработан проект автоматизации банковских операций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Реализован веб-интерфейс с 10 функциональными разделами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Проведено нагрузочное тестирование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Выполнено экономическое обоснование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✓ Система готова к пилотному внедрению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217920" y="109728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276"/>
                </a:solidFill>
              </a:rPr>
              <a:t>Перспективы:
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Интеграция с системами ЭДО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Применение ML для классификации назначений платежа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Расширение отчётности (баланс, P&amp;L)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Масштабирование на другие организации группы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• Переход на PostgreSQL при росте данных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ЗАКЛЮЧЕНИЕ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Цель работы достигнута — разработан проект автоматизации бухгалтерской деятельности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Проведён анализ предметной области, обоснован выбор технологий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Реализован полный цикл обработки банковских выписок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Выполнено нагрузочное тестирование — система обрабатывает до 2 000 выписок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Экономический эффект подтверждён — срок окупаемости ~7 месяцев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• Результаты могут быть использованы в ООО «Социальные услуги» и адаптированы для других организаций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DFBF"/>
                </a:solidFill>
              </a:rPr>
              <a:t>Спасибо за внимание!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33832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2026-06-27T16:55:40Z</dcterms:created>
  <dcterms:modified xsi:type="dcterms:W3CDTF">2026-06-27T16:55:40Z</dcterms:modified>
</cp:coreProperties>
</file>